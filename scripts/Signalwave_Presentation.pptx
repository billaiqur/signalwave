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502920" cy="502920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~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0584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Signalwave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2763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7C4E8"/>
                </a:solidFill>
              </a:rPr>
              <a:t>Social Media Harassment Tracker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8C8"/>
                </a:solidFill>
              </a:rPr>
              <a:t>An end-to-end platform that monitors Facebook, Instagram and YouTube
for harassing comments — detecting, hiding and reporting them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291840"/>
            <a:ext cx="2103120" cy="41148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🔵  Facebook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3291840"/>
            <a:ext cx="2103120" cy="411480"/>
          </a:xfrm>
          <a:prstGeom prst="rect">
            <a:avLst/>
          </a:prstGeom>
          <a:solidFill>
            <a:srgbClr val="833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291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🟣  Instagram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291840"/>
            <a:ext cx="2103120" cy="411480"/>
          </a:xfrm>
          <a:prstGeom prst="rect">
            <a:avLst/>
          </a:prstGeom>
          <a:solidFill>
            <a:srgbClr val="E0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291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🔴  YouTube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97763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086"/>
                </a:solidFill>
              </a:rPr>
              <a:t>Python  ·  FastAPI  ·  PostgreSQL  ·  OpenAI GPT-4o  ·  JWT OAuth2  ·  APScheduler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0" y="664768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© 2026 Signalwave  |  End-to-End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1A2C"/>
                </a:solidFill>
              </a:rP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6"/>
                </a:solidFill>
              </a:rPr>
              <a:t>Three layers work together: Frontend → Backend API → Data &amp; Platform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291840" cy="4572000"/>
          </a:xfrm>
          <a:prstGeom prst="rect">
            <a:avLst/>
          </a:prstGeom>
          <a:solidFill>
            <a:srgbClr val="F0EEFC"/>
          </a:solidFill>
          <a:ln w="1905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4FD1"/>
                </a:solidFill>
              </a:rPr>
              <a:t>①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1A2C"/>
                </a:solidFill>
              </a:rPr>
              <a:t>index.html (Login)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441448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41448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1A2C"/>
                </a:solidFill>
              </a:rPr>
              <a:t>onboarding.html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145536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145536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1A2C"/>
                </a:solidFill>
              </a:rPr>
              <a:t>dashboard.html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49624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49624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1A2C"/>
                </a:solidFill>
              </a:rPr>
              <a:t>harassing-comments.html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553712"/>
            <a:ext cx="3017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553712"/>
            <a:ext cx="3017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1A2C"/>
                </a:solidFill>
              </a:rPr>
              <a:t>sentiment-analysis.html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188720"/>
            <a:ext cx="3474720" cy="4572000"/>
          </a:xfrm>
          <a:prstGeom prst="rect">
            <a:avLst/>
          </a:prstGeom>
          <a:solidFill>
            <a:srgbClr val="EAF0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1887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85F4"/>
                </a:solidFill>
              </a:rPr>
              <a:t>② FASTAPI 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173736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1737360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1A2C"/>
                </a:solidFill>
              </a:rPr>
              <a:t>POST /auth/register|login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2441448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2441448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1A2C"/>
                </a:solidFill>
              </a:rPr>
              <a:t>GET|POST /api/channels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3145536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145536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1A2C"/>
                </a:solidFill>
              </a:rPr>
              <a:t>GET /api/comments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3849624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3849624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1A2C"/>
                </a:solidFill>
              </a:rPr>
              <a:t>POST /auth/google|youtube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553712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553712"/>
            <a:ext cx="3200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1A2C"/>
                </a:solidFill>
              </a:rPr>
              <a:t>POST /api/tracker/run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1188720"/>
            <a:ext cx="3017520" cy="4572000"/>
          </a:xfrm>
          <a:prstGeom prst="rect">
            <a:avLst/>
          </a:prstGeom>
          <a:solidFill>
            <a:srgbClr val="E9F8F0"/>
          </a:solidFill>
          <a:ln w="1905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11887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A971"/>
                </a:solidFill>
              </a:rPr>
              <a:t>③ DATA &amp; PLATFORMS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173736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1737360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61A2C"/>
                </a:solidFill>
              </a:rPr>
              <a:t>PostgreSQL DB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2441448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6840" y="244144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1877F2"/>
                </a:solidFill>
              </a:rPr>
              <a:t>Meta Graph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3145536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3145536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E0524A"/>
                </a:solidFill>
              </a:rPr>
              <a:t>YouTube Data 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06840" y="3849624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3849624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C98A1F"/>
                </a:solidFill>
              </a:rPr>
              <a:t>OpenAI GPT-4o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6840" y="4553712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455371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5B4FD1"/>
                </a:solidFill>
              </a:rPr>
              <a:t>APScheduler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0" y="664768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Signalwave  |  System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1A2C"/>
                </a:solidFill>
              </a:rPr>
              <a:t>User Journey — From Sign-Up to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0" cy="822960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4FD1"/>
                </a:solidFill>
              </a:rPr>
              <a:t>Visit
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060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086"/>
                </a:solidFill>
              </a:rPr>
              <a:t>User arrives at
Signalwave login
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280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5768" y="1097280"/>
            <a:ext cx="91440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5768" y="10515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0008" y="201168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0008" y="20574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85F4"/>
                </a:solidFill>
              </a:rPr>
              <a:t>Google
OAuth 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6060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086"/>
                </a:solidFill>
              </a:rPr>
              <a:t>Click 'Sign in
with Google'
→ JWT issued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1280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016" y="1097280"/>
            <a:ext cx="914400" cy="822960"/>
          </a:xfrm>
          <a:prstGeom prst="rect">
            <a:avLst/>
          </a:prstGeom>
          <a:solidFill>
            <a:srgbClr val="E0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0016" y="10515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34255" y="201168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5" y="20574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524A"/>
                </a:solidFill>
              </a:rPr>
              <a:t>Onboarding
Step 1-2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6060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086"/>
                </a:solidFill>
              </a:rPr>
              <a:t>Select platform
(YouTube) &amp;
Connect account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1280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84264" y="1097280"/>
            <a:ext cx="914400" cy="82296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84264" y="10515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18503" y="201168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98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503" y="20574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98A1F"/>
                </a:solidFill>
              </a:rPr>
              <a:t>Select
Channel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3" y="26060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086"/>
                </a:solidFill>
              </a:rPr>
              <a:t>Choose which
YT channel to
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3" y="1280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68512" y="1097280"/>
            <a:ext cx="914400" cy="822960"/>
          </a:xfrm>
          <a:prstGeom prst="rect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512" y="10515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02752" y="201168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2752" y="20574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A971"/>
                </a:solidFill>
              </a:rPr>
              <a:t>Consent &amp;
Confirm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26060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086"/>
                </a:solidFill>
              </a:rPr>
              <a:t>Review permissions
Click 'Confirm'
POST /api/channels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0112" y="1280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52760" y="1097280"/>
            <a:ext cx="914400" cy="822960"/>
          </a:xfrm>
          <a:prstGeom prst="rect">
            <a:avLst/>
          </a:prstGeom>
          <a:solidFill>
            <a:srgbClr val="4A3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52760" y="105156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87000" y="2011680"/>
            <a:ext cx="169164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4A3F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20574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3FBD"/>
                </a:solidFill>
              </a:rPr>
              <a:t>Dashboard
Live!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2606040"/>
            <a:ext cx="1691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086"/>
                </a:solidFill>
              </a:rPr>
              <a:t>Dashboard auto-
detects channel
Shows tracking 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B7086"/>
                </a:solidFill>
              </a:rPr>
              <a:t>All pages served at http://localhost:9000  •  Auth token stored in localStorage  •  JWT validated on every API call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0" y="664768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Signalwave  |  User Journey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1A2C"/>
                </a:solidFill>
              </a:rPr>
              <a:t>Authentication &amp; OAuth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3949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285F4"/>
                </a:solidFill>
              </a:rPr>
              <a:t>SIGN-IN OAUTH  (Google Login)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1A2C"/>
                </a:solidFill>
              </a:rPr>
              <a:t>User clicks 'Sign in with Google'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55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85F4"/>
                </a:solidFill>
              </a:rPr>
              <a:t>→ /auth/google/start  (redirect to Google)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12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1A2C"/>
                </a:solidFill>
              </a:rPr>
              <a:t>User grants permission on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85F4"/>
                </a:solidFill>
              </a:rPr>
              <a:t>→ /auth/google/callback  (backend receives code)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272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1A2C"/>
                </a:solidFill>
              </a:rPr>
              <a:t>Backend exchanges code for profile info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84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A971"/>
                </a:solidFill>
              </a:rPr>
              <a:t>→ User record created/updated in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1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4FD1"/>
                </a:solidFill>
              </a:rPr>
              <a:t>→ JWT token generated (30-day expiry)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98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4FD1"/>
                </a:solidFill>
              </a:rPr>
              <a:t>→ Redirect to dashboard.html?token=JWT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56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1A2C"/>
                </a:solidFill>
              </a:rPr>
              <a:t>Token saved to localStorage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822960"/>
            <a:ext cx="5394960" cy="502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8229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0524A"/>
                </a:solidFill>
              </a:rPr>
              <a:t>YOUTUBE CONNECT OAUTH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298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1A2C"/>
                </a:solidFill>
              </a:rPr>
              <a:t>Onboarding Step 2: click 'Continue with Google'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755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524A"/>
                </a:solidFill>
              </a:rPr>
              <a:t>→ /auth/youtube/connect/start  (with JWT)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12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1A2C"/>
                </a:solidFill>
              </a:rPr>
              <a:t>Redirected to Google (youtube.force-ssl scope)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70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524A"/>
                </a:solidFill>
              </a:rPr>
              <a:t>→ /auth/youtube/connect/callback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272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1A2C"/>
                </a:solidFill>
              </a:rPr>
              <a:t>Backend fetches channel list from YouTube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84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A971"/>
                </a:solidFill>
              </a:rPr>
              <a:t>→ OAuth tokens saved to PlatformAppCredential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416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4FD1"/>
                </a:solidFill>
              </a:rPr>
              <a:t>→ Redirect to onboarding.html?step=3&amp;profiles=[…]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498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1A2C"/>
                </a:solidFill>
              </a:rPr>
              <a:t>User selects channel → POST /api/channels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56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A971"/>
                </a:solidFill>
              </a:rPr>
              <a:t>MonitoredChannel record saved in PostgreSQL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834640"/>
            <a:ext cx="685800" cy="365760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83464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0" y="664768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Signalwave  |  Authentication &amp; OAuth 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1A2C"/>
                </a:solidFill>
              </a:rPr>
              <a:t>Harassment Tracking &amp; Detection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086"/>
                </a:solidFill>
              </a:rPr>
              <a:t>APScheduler triggers tracker.py every 5 minutes  →  Comments are fetched, scored and stored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1737360" cy="2011680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APScheduler
(scheduler.py)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01952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086"/>
                </a:solidFill>
              </a:rPr>
              <a:t>Runs every
POLL_INTERVAL
(default 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7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9424" y="1234440"/>
            <a:ext cx="1737360" cy="201168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9424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Fetch
Comments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9424" y="1901952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9424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086"/>
                </a:solidFill>
              </a:rPr>
              <a:t>Facebook Pages
Instagram Posts
YouTube Videos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234440"/>
            <a:ext cx="1737360" cy="2011680"/>
          </a:xfrm>
          <a:prstGeom prst="rect">
            <a:avLst/>
          </a:prstGeom>
          <a:solidFill>
            <a:srgbClr val="C98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Detect
Harassment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1901952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8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24528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086"/>
                </a:solidFill>
              </a:rPr>
              <a:t>Keyword match
(EN/Tamil/Tanglish)
+  GPT-4o AI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234440"/>
            <a:ext cx="1737360" cy="2011680"/>
          </a:xfrm>
          <a:prstGeom prst="rect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2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Store in
PostgreSQL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1901952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086"/>
                </a:solidFill>
              </a:rPr>
              <a:t>Comment table
HarassScore
Platform + author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4736" y="1234440"/>
            <a:ext cx="1737360" cy="2011680"/>
          </a:xfrm>
          <a:prstGeom prst="rect">
            <a:avLst/>
          </a:prstGeom>
          <a:solidFill>
            <a:srgbClr val="E0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Auto-
Moderate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1901952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086"/>
                </a:solidFill>
              </a:rPr>
              <a:t>Hide/Delete
high-scoring
comments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0384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1234440"/>
            <a:ext cx="1737360" cy="2011680"/>
          </a:xfrm>
          <a:prstGeom prst="rect">
            <a:avLst/>
          </a:prstGeom>
          <a:solidFill>
            <a:srgbClr val="16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Flag
User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9840" y="1901952"/>
            <a:ext cx="1737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1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19202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086"/>
                </a:solidFill>
              </a:rPr>
              <a:t>FlaggedUser
table updated
composite PK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1A2C"/>
                </a:solidFill>
              </a:rPr>
              <a:t>Key Database Tables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840480"/>
            <a:ext cx="1143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8587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4FD1"/>
                </a:solidFill>
              </a:rPr>
              <a:t>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385876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086"/>
                </a:solidFill>
              </a:rPr>
              <a:t>id, email, google_id, youtube_id, is_active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352544"/>
            <a:ext cx="1143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37083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4FD1"/>
                </a:solidFill>
              </a:rPr>
              <a:t>MonitoredChannel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4370831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086"/>
                </a:solidFill>
              </a:rPr>
              <a:t>id, user_id, platform, name, access_token, is_active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864608"/>
            <a:ext cx="1143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8828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4FD1"/>
                </a:solidFill>
              </a:rPr>
              <a:t>PlatformAppCredential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488289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086"/>
                </a:solidFill>
              </a:rPr>
              <a:t>user_id, platform, access_token, refresh_token, expiry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376672"/>
            <a:ext cx="1143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394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4FD1"/>
                </a:solidFill>
              </a:rPr>
              <a:t>Comment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5176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086"/>
                </a:solidFill>
              </a:rPr>
              <a:t>id, channel_id, post_id, author, text, harass_score, is_hidden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888736"/>
            <a:ext cx="11430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90702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4FD1"/>
                </a:solidFill>
              </a:rPr>
              <a:t>FlaggedUser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590702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086"/>
                </a:solidFill>
              </a:rPr>
              <a:t>platform_user_id, platform, comment_count, first_seen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0" y="664768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Signalwave  |  Tracking &amp; Detection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1A2C"/>
                </a:solidFill>
              </a:rPr>
              <a:t>Dashboard — What the User Sees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3949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5394960" cy="384048"/>
          </a:xfrm>
          <a:prstGeom prst="rect">
            <a:avLst/>
          </a:prstGeom>
          <a:solidFill>
            <a:srgbClr val="E0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2296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STATE A — No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086"/>
                </a:solidFill>
              </a:rPr>
              <a:t>🔒  Harassing comment tracking is off
'Enable tracking' button shown
Clicking it redirects to onboarding.html
Dashboard auto-detects: channels.length === 0
→ setDemoState('new')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64592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B4FD1"/>
                </a:solidFill>
              </a:rPr>
              <a:t>User completes
onboarding
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822960"/>
            <a:ext cx="484632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A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822960"/>
            <a:ext cx="4846320" cy="384048"/>
          </a:xfrm>
          <a:prstGeom prst="rect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82296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STATE B — Tracking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28016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086"/>
                </a:solidFill>
              </a:rPr>
              <a:t>✅  Harassment stats displayed:
   Flagged  |  Deleted  |  Hidden  |  Reported
📊  Comments over 14 days (bar chart)
📈  Likes vs Comments (line chart)
😊  Sentiment snapshot (score + seg bar)
Dashboard auto-detects: channels.length &gt; 0
→ setDemoState('full')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39"/>
            <a:ext cx="11612880" cy="1463040"/>
          </a:xfrm>
          <a:prstGeom prst="rect">
            <a:avLst/>
          </a:prstGeom>
          <a:solidFill>
            <a:srgbClr val="F0EEFC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4FD1"/>
                </a:solidFill>
              </a:rPr>
              <a:t>How Dashboard Detects State (API call on page load)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06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61A2C"/>
                </a:solidFill>
              </a:rPr>
              <a:t>fetch('/api/channels', { headers: { Authorization: 'Bearer ' + localStorage.sw_token } })
  .then(channels =&gt; channels.length &gt; 0 ? setDemoState('full') : setDemoState('new'))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1A2C"/>
                </a:solidFill>
              </a:rPr>
              <a:t>Dashboard API Endpoints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760720"/>
            <a:ext cx="1143000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760720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4FD1"/>
                </a:solidFill>
              </a:rPr>
              <a:t>GET /api/channels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760720"/>
            <a:ext cx="8229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086"/>
                </a:solidFill>
              </a:rPr>
              <a:t>List this user's monitored channels (auth required)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980176"/>
            <a:ext cx="1143000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980176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524A"/>
                </a:solidFill>
              </a:rPr>
              <a:t>GET /api/comments?harassing=true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5980176"/>
            <a:ext cx="8229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086"/>
                </a:solidFill>
              </a:rPr>
              <a:t>Fetch flagged harassing comments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199631"/>
            <a:ext cx="1143000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1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98A1F"/>
                </a:solidFill>
              </a:rPr>
              <a:t>GET /api/flagged-users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6199631"/>
            <a:ext cx="8229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086"/>
                </a:solidFill>
              </a:rPr>
              <a:t>List all flagged user profiles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419088"/>
            <a:ext cx="11430000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19088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A971"/>
                </a:solidFill>
              </a:rPr>
              <a:t>POST /api/tracker/run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6419088"/>
            <a:ext cx="82296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086"/>
                </a:solidFill>
              </a:rPr>
              <a:t>Manually trigger a tracker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0" y="664768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Signalwave  |  Dashboard &amp; Display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61A2C"/>
                </a:solidFill>
              </a:rPr>
              <a:t>Comment Analysis — Detection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2926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2926080" cy="365760"/>
          </a:xfrm>
          <a:prstGeom prst="rect">
            <a:avLst/>
          </a:prstGeom>
          <a:solidFill>
            <a:srgbClr val="161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61A2C"/>
                </a:solidFill>
              </a:rPr>
              <a:t>Raw Comment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086"/>
                </a:solidFill>
              </a:rPr>
              <a:t>Author Platform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85415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086"/>
                </a:solidFill>
              </a:rPr>
              <a:t>Platform (FB/IG/YT)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1518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086"/>
                </a:solidFill>
              </a:rPr>
              <a:t>Post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086"/>
                </a:solidFill>
              </a:rPr>
              <a:t>Timestamp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086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04487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61A2C"/>
                </a:solidFill>
              </a:rPr>
              <a:t>Languages Supported: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34256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A971"/>
                </a:solidFill>
              </a:rPr>
              <a:t>🇬🇧  English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64024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A971"/>
                </a:solidFill>
              </a:rPr>
              <a:t>🇮🇳  Tamil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9379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A971"/>
                </a:solidFill>
              </a:rPr>
              <a:t>🌐  Tanglish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868680"/>
            <a:ext cx="5029200" cy="5029200"/>
          </a:xfrm>
          <a:prstGeom prst="rect">
            <a:avLst/>
          </a:prstGeom>
          <a:solidFill>
            <a:srgbClr val="F0EEFC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868680"/>
            <a:ext cx="5029200" cy="365760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868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PROCESSING  (detector.py)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1371600"/>
            <a:ext cx="4663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138988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4FD1"/>
                </a:solidFill>
              </a:rPr>
              <a:t>Step 1: Language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17373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086"/>
                </a:solidFill>
              </a:rPr>
              <a:t>langdetect → identify EN / ta / mix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468880"/>
            <a:ext cx="4663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8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03320" y="24871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98A1F"/>
                </a:solidFill>
              </a:rPr>
              <a:t>Step 2: Keyword Matching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834639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086"/>
                </a:solidFill>
              </a:rPr>
              <a:t>600+ harassment keywords
across all 3 languages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11880" y="3566160"/>
            <a:ext cx="4663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03320" y="358444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285F4"/>
                </a:solidFill>
              </a:rPr>
              <a:t>Step 3: AI Scoring  (optional)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39319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086"/>
                </a:solidFill>
              </a:rPr>
              <a:t>OpenAI GPT-4o or Gemini
Returns harassment_score 0.0–1.0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4663440"/>
            <a:ext cx="4663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5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4681727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524A"/>
                </a:solidFill>
              </a:rPr>
              <a:t>Step 4: Threshold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0292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086"/>
                </a:solidFill>
              </a:rPr>
              <a:t>score &gt; 0.6  →  flag as harassing
score &gt; 0.85 →  auto-hide/delete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868680"/>
            <a:ext cx="31546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868680"/>
            <a:ext cx="3154680" cy="365760"/>
          </a:xfrm>
          <a:prstGeom prst="rect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8686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132588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61A2C"/>
                </a:solidFill>
              </a:rPr>
              <a:t>✅ Stored in Comment 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174650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086"/>
                </a:solidFill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216712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086"/>
                </a:solidFill>
              </a:rPr>
              <a:t>harass_score: 0.0 – 1.0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58775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086"/>
                </a:solidFill>
              </a:rPr>
              <a:t>is_harassing: True/False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00837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086"/>
                </a:solidFill>
              </a:rPr>
              <a:t>is_hidden: True/False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342900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086"/>
                </a:solidFill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3849624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524A"/>
                </a:solidFill>
              </a:rPr>
              <a:t>If is_harassing = True: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427024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524A"/>
                </a:solidFill>
              </a:rPr>
              <a:t>→ FlaggedUser updated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69087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524A"/>
                </a:solidFill>
              </a:rPr>
              <a:t>→ CommentAction logged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511149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524A"/>
                </a:solidFill>
              </a:rPr>
              <a:t>→ Platform hide/delete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5532120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524A"/>
                </a:solidFill>
              </a:rPr>
              <a:t>→ Dashboard counter ++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3200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B4FD1"/>
                </a:solidFill>
              </a:rP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20040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A971"/>
                </a:solidFill>
              </a:rP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0" y="664768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Signalwave  |  AI Detection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0A8C8"/>
                </a:solidFill>
              </a:rPr>
              <a:t>Every component that powers Signalwave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88920" cy="384048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727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4FD1"/>
                </a:solidFill>
              </a:rPr>
              <a:t>Python 3.11+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4708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Core language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76272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945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4FD1"/>
                </a:solidFill>
              </a:rPr>
              <a:t>FastAPI + Uvicorn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REST API &amp; async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98064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8163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4FD1"/>
                </a:solidFill>
              </a:rPr>
              <a:t>SQLAlchemy 2.x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09067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ORM for 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419856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43814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4FD1"/>
                </a:solidFill>
              </a:rPr>
              <a:t>psycopg2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1246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PostgreSQL driver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41648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599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4FD1"/>
                </a:solidFill>
              </a:rPr>
              <a:t>APScheduler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33425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Polling scheduler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68172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4FD1"/>
                </a:solidFill>
              </a:rPr>
              <a:t>python-jose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560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JWT token 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85232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30352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4FD1"/>
                </a:solidFill>
              </a:rPr>
              <a:t>passlib + bcrypt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57784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Password hashing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907024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92531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B4FD1"/>
                </a:solidFill>
              </a:rPr>
              <a:t>loguru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19963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Structured logging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1097280"/>
            <a:ext cx="2788920" cy="38404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10972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1554480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15727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285F4"/>
                </a:solidFill>
              </a:rPr>
              <a:t>HTML5 + CSS3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184708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Static pages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2176272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21945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285F4"/>
                </a:solidFill>
              </a:rPr>
              <a:t>Vanilla 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7560" y="24688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No framework needed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2798064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37560" y="28163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285F4"/>
                </a:solidFill>
              </a:rPr>
              <a:t>localStorage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309067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JWT token storage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6120" y="3419856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60" y="343814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285F4"/>
                </a:solidFill>
              </a:rPr>
              <a:t>Fetch API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71246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Backend communication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46120" y="4041648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37560" y="40599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285F4"/>
                </a:solidFill>
              </a:rPr>
              <a:t>Google Fonts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37560" y="433425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Plus Jakarta Sans / Inter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4663440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468172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285F4"/>
                </a:solidFill>
              </a:rPr>
              <a:t>SVG Icons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37560" y="49560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Inline icon system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1097280"/>
            <a:ext cx="2788920" cy="384048"/>
          </a:xfrm>
          <a:prstGeom prst="rect">
            <a:avLst/>
          </a:prstGeom>
          <a:solidFill>
            <a:srgbClr val="E05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10972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PLATFORM APIs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1554480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59" y="15727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24A"/>
                </a:solidFill>
              </a:rPr>
              <a:t>Meta Graph API v19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184708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Facebook &amp; Instagram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2176272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59" y="21945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24A"/>
                </a:solidFill>
              </a:rPr>
              <a:t>YouTube Data API v3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59" y="24688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Comment moderation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2798064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09359" y="28163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24A"/>
                </a:solidFill>
              </a:rPr>
              <a:t>Google OAuth2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59" y="309067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Login + YouTube connect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419856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59" y="343814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24A"/>
                </a:solidFill>
              </a:rPr>
              <a:t>OpenAI GPT-4o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59" y="371246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AI harassment scoring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4041648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59" y="40599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24A"/>
                </a:solidFill>
              </a:rPr>
              <a:t>Gemini (optional)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59" y="433425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Alternative AI provider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4663440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09359" y="468172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0524A"/>
                </a:solidFill>
              </a:rPr>
              <a:t>langdetect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59" y="49560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Language identification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9720" y="1097280"/>
            <a:ext cx="2788920" cy="384048"/>
          </a:xfrm>
          <a:prstGeom prst="rect">
            <a:avLst/>
          </a:prstGeom>
          <a:solidFill>
            <a:srgbClr val="1FA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89720" y="109728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INFRA / DATA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1554480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81160" y="157276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A971"/>
                </a:solidFill>
              </a:rPr>
              <a:t>PostgreSQL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81160" y="184708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Primary database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89720" y="2176272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81160" y="21945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A971"/>
                </a:solidFill>
              </a:rPr>
              <a:t>harassment_tracker schema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81160" y="246888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Isolated DB namespace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189720" y="2798064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281160" y="28163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A971"/>
                </a:solidFill>
              </a:rPr>
              <a:t>GitHub Pages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281160" y="309067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Frontend hosting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189720" y="3419856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281160" y="3438144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A971"/>
                </a:solidFill>
              </a:rPr>
              <a:t>.env config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281160" y="3712464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Secrets management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189720" y="4041648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281160" y="4059936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A971"/>
                </a:solidFill>
              </a:rPr>
              <a:t>pydantic-settings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281160" y="4334256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Config validation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89720" y="4663440"/>
            <a:ext cx="2788920" cy="566928"/>
          </a:xfrm>
          <a:prstGeom prst="rect">
            <a:avLst/>
          </a:prstGeom>
          <a:solidFill>
            <a:srgbClr val="222740"/>
          </a:solidFill>
          <a:ln w="12700">
            <a:solidFill>
              <a:srgbClr val="38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81160" y="4681728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FA971"/>
                </a:solidFill>
              </a:rPr>
              <a:t>python-dotenv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81160" y="4956048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8A8"/>
                </a:solidFill>
              </a:rPr>
              <a:t>Env loading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0" y="664768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Signalwave  |  Technology Stack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A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3566160" cy="1508760"/>
          </a:xfrm>
          <a:prstGeom prst="rect">
            <a:avLst/>
          </a:prstGeom>
          <a:solidFill>
            <a:srgbClr val="222740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🔐  JWT Auth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8C8"/>
                </a:solidFill>
              </a:rPr>
              <a:t>Email/password + Google OAuth login with 30-day 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39"/>
            <a:ext cx="3566160" cy="1508760"/>
          </a:xfrm>
          <a:prstGeom prst="rect">
            <a:avLst/>
          </a:prstGeom>
          <a:solidFill>
            <a:srgbClr val="222740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9260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🔗  OAuth Account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37559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8C8"/>
                </a:solidFill>
              </a:rPr>
              <a:t>YouTube &amp; Meta OAuth flows to link social accounts to 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572000"/>
            <a:ext cx="3566160" cy="1508760"/>
          </a:xfrm>
          <a:prstGeom prst="rect">
            <a:avLst/>
          </a:prstGeom>
          <a:solidFill>
            <a:srgbClr val="222740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663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 Onboarding Wizard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749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8C8"/>
                </a:solidFill>
              </a:rPr>
              <a:t>5-step wizard: platform → connect → select → consent → done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566160" cy="1508760"/>
          </a:xfrm>
          <a:prstGeom prst="rect">
            <a:avLst/>
          </a:prstGeom>
          <a:solidFill>
            <a:srgbClr val="222740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🗄️  PostgreSQL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002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8C8"/>
                </a:solidFill>
              </a:rPr>
              <a:t>8 tables: Users, Channels, Posts, Comments, FlaggedUsers,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834639"/>
            <a:ext cx="3566160" cy="1508760"/>
          </a:xfrm>
          <a:prstGeom prst="rect">
            <a:avLst/>
          </a:prstGeom>
          <a:solidFill>
            <a:srgbClr val="222740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9260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🤖  AI Detection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37559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8C8"/>
                </a:solidFill>
              </a:rPr>
              <a:t>GPT-4o + keywords for EN/Tamil/Tanglish harassment 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4572000"/>
            <a:ext cx="3566160" cy="1508760"/>
          </a:xfrm>
          <a:prstGeom prst="rect">
            <a:avLst/>
          </a:prstGeom>
          <a:solidFill>
            <a:srgbClr val="222740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4663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⏰  Auto Scheduler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0749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8C8"/>
                </a:solidFill>
              </a:rPr>
              <a:t>APScheduler polls platforms every 5 minutes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097280"/>
            <a:ext cx="3566160" cy="1508760"/>
          </a:xfrm>
          <a:prstGeom prst="rect">
            <a:avLst/>
          </a:prstGeom>
          <a:solidFill>
            <a:srgbClr val="222740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🚫  Auto-Moderation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60020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8C8"/>
                </a:solidFill>
              </a:rPr>
              <a:t>High-scoring comments hidden/deleted via platform APIs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834639"/>
            <a:ext cx="3566160" cy="1508760"/>
          </a:xfrm>
          <a:prstGeom prst="rect">
            <a:avLst/>
          </a:prstGeom>
          <a:solidFill>
            <a:srgbClr val="222740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9260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📊  Live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337559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8C8"/>
                </a:solidFill>
              </a:rPr>
              <a:t>State-aware UI: shows tracking stats or onboarding CTA from DB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572000"/>
            <a:ext cx="3566160" cy="1508760"/>
          </a:xfrm>
          <a:prstGeom prst="rect">
            <a:avLst/>
          </a:prstGeom>
          <a:solidFill>
            <a:srgbClr val="222740"/>
          </a:solidFill>
          <a:ln w="12700">
            <a:solidFill>
              <a:srgbClr val="5B4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46634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🌐  Multi-Platform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0749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8C8"/>
                </a:solidFill>
              </a:rPr>
              <a:t>One codebase handles Facebook Pages, Instagram, YouTube channels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263640"/>
            <a:ext cx="11430000" cy="292608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263640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Next Steps:  Wire dashboard data endpoints  →  Start scheduler  →  Test end-to-end tracking  →  Deploy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47688"/>
            <a:ext cx="12188952" cy="210312"/>
          </a:xfrm>
          <a:prstGeom prst="rect">
            <a:avLst/>
          </a:prstGeom>
          <a:solidFill>
            <a:srgbClr val="5B4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0" y="6647688"/>
            <a:ext cx="121889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Signalwave  |  Project 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